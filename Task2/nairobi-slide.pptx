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AFRICA DELIVERY: АРХИТЕКТУРНАЯ СТРАТЕГИЯ ЗАПУСКА К 15 ОКТЯБРЯ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Синхронизация дедлайна инвестора, лимита бюджета CFO ($5 000/мес) и масштабируемости CTO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000" b="1">
                <a:solidFill>
                  <a:srgbClr val="10B981"/>
                </a:solidFill>
                <a:latin typeface="Arial"/>
              </a:defRPr>
            </a:pPr>
            <a:r>
              <a:t>ДЕЛАЕМ: ЗАПУСК 15 ОКТЯБРЯ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7 НЕДЕЛЬ ДО РЕЛИЗА</a:t>
            </a:r>
          </a:p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Готовность к рекламе на радио и билбордах в Лагосе и Найроби. 5 ключевых фичей (P0).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000" b="1">
                <a:solidFill>
                  <a:srgbClr val="3B82F6"/>
                </a:solidFill>
                <a:latin typeface="Arial"/>
              </a:defRPr>
            </a:pPr>
            <a:r>
              <a:t>ЭКОНОМИКА: В РАМКАХ БЮДЖЕТА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$2 000 / МЕСЯЦ</a:t>
            </a:r>
          </a:p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Экономия 60% от лимита CFO ($5 000/мес). Стоимость заказа всего $0.013 на старте.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3832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000" b="1">
                <a:solidFill>
                  <a:srgbClr val="8B5CF6"/>
                </a:solidFill>
                <a:latin typeface="Arial"/>
              </a:defRPr>
            </a:pPr>
            <a:r>
              <a:t>МАСШТАБИРУЕМОСТЬ: ЭВОЛЮЦИЯ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МОДУЛЬНЫЙ МОНОЛИТ</a:t>
            </a:r>
          </a:p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Изоляция доменов и схем БД. Бесшовный распил на микросервисы через 12 мес без переписывания.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303520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200" b="1">
                <a:solidFill>
                  <a:srgbClr val="EF4444"/>
                </a:solidFill>
                <a:latin typeface="Arial"/>
              </a:defRPr>
            </a:pPr>
            <a:r>
              <a:t>ПОЧЕМУ МИКРОСЕРВИСЫ K8s НА СТАРТЕ УБЬЮТ ПРОЕКТ?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• Срок разработки: 24+ недели -&gt; 100% срыв запуска 15 октября.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• Стоимость облака: $7 600 - $9 800/мес -&gt; превышение лимита CFO в 2 раза.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• Ресурс команды: 55% времени 6 контракторов уходит на Helm/K8s/Kafka.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• Стоимость ошибки: $270 000 прямых потерь при 50k пользователях.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00400"/>
            <a:ext cx="5212080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УТВЕРЖДЕННОЕ РЕШЕНИЕ: МОДУЛЬНЫЙ МОНОЛИТ + LATE BINDING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✓ Ядро в AWS Cape Town: ECS Fargate (3 реплики) + PostgreSQL Multi-AZ + Redis.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✓ Платежная интеграция: M-Pesa (1.5%) + Flutterwave (&lt;=2.2%) + Cash on Delivery.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✓ Регуляторика NDPR: Изолированный PII Vault, готовый к выносу в Лагос за 2 часа.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✓ Скорость витрины: CloudFront CDN Edge PoP в Лагосе и Найроби (&lt; 1.8 с в 3G).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✓ Эволюция к 12 месяцам: Бесшовный вынос Catalog и Payments в микросервисы при 500k заказов/день.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